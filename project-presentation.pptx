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640080"/>
            <a:ext cx="2286000" cy="2286000"/>
          </a:xfrm>
          <a:prstGeom prst="ellipse">
            <a:avLst/>
          </a:prstGeom>
          <a:solidFill>
            <a:srgbClr val="3B82F6">
              <a:alpha val="10000"/>
            </a:srgbClr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1188720"/>
            <a:ext cx="1645920" cy="1645920"/>
          </a:xfrm>
          <a:prstGeom prst="ellipse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SkillMatch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Skill-Based Internship &amp; Hackathon Matchmaking Platform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2926080"/>
            <a:ext cx="18288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comprehensive full-stack MERN application that intelligently matches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with internships and hackathons based on their skill profiles.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MERN Application  •  MongoDB Atlas  •  Vercel Deployment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0A0F1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94690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SkillMatch — Skill-Based Matchmaking Platform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77240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Project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</a:rPr>
              <a:t>What is SkillMatch?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F1F5F9"/>
                </a:solidFill>
              </a:rPr>
              <a:t>Matches users with internships and hackathons based on their skills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F1F5F9"/>
                </a:solidFill>
              </a:rPr>
              <a:t>Calculates a readiness score showing how prepared a user is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F1F5F9"/>
                </a:solidFill>
              </a:rPr>
              <a:t>Shows visual skill breakdown: matched, missing, and bonus skills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F1F5F9"/>
                </a:solidFill>
              </a:rPr>
              <a:t>Aggregates opportunities from multiple sources (Internshala, GitHub, Devpost, LinkedIn)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F1F5F9"/>
                </a:solidFill>
              </a:rPr>
              <a:t>Color-coded progress bars for instant readiness assessment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155448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</a:rPr>
              <a:t>Problem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</a:rPr>
              <a:t>Students struggle to find opportunities that match their specific skill set. They waste time applying to roles they are under- or over-qualified for.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2926080"/>
            <a:ext cx="3931920" cy="173736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3017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</a:rPr>
              <a:t>Solution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1F5F9"/>
                </a:solidFill>
              </a:rPr>
              <a:t>SkillMatch automates skill-to-opportunity matching with a percentage-based readiness score, helping students focus on the right opportunities and identify skill gaps to fill.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0A0F1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94690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SkillMatch — Skill-Based Matchmaking Platform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77240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Tech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182880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88720"/>
            <a:ext cx="18288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716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1554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React 19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Vite 8 (Build Tool)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Axios (HTTP Client)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Vanilla CSS (Custom Design)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1188720"/>
            <a:ext cx="182880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23160" y="1188720"/>
            <a:ext cx="18288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13716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</a:rPr>
              <a:t>Backend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60320" y="1828800"/>
            <a:ext cx="1554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Node.js + Express 5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Mongoose 9 (MongoDB ODM)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Helmet (Security Headers)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express-rate-limit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1188720"/>
            <a:ext cx="182880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1188720"/>
            <a:ext cx="18288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3716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Database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26280" y="1828800"/>
            <a:ext cx="1554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MongoDB Atlas (Cloud)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2 Collections: Users, Opportunities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Mongoose Schemas with Validation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1188720"/>
            <a:ext cx="182880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5080" y="1188720"/>
            <a:ext cx="182880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13716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</a:rPr>
              <a:t>DevOps &amp; Tools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92240" y="1828800"/>
            <a:ext cx="1554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Vercel (Deployment)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dotenv (Config)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Nodemon (Dev)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CORS Middleware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ESLint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0" y="4526280"/>
            <a:ext cx="2743200" cy="320040"/>
          </a:xfrm>
          <a:prstGeom prst="roundRect">
            <a:avLst>
              <a:gd name="adj" fmla="val 42857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4526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</a:rPr>
              <a:t>M  E  R  N    S  T  A  C  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0A0F1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94690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SkillMatch — Skill-Based Matchmaking Platform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77240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Project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</a:rPr>
              <a:t>Client (React + Vite)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client/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App.jsx              — Main component, state &amp; API calls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main.jsx              — React entry point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index.css             — Global styles &amp; design system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App.css               — App-specific styles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components/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SkillInput.jsx      — Skill tag input with add/remove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SkillInput.css      — Skill input styles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OpportunityCard.jsx — Result card with match data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OpportunityCard.css — Card styles &amp; progress bar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vite.config.js          — Dev proxy to backend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index.html              — HTML entry point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</a:rPr>
              <a:t>Server (Node.js + Express)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73736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server/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server.js               — Express entry, middleware, routes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db.js                   — MongoDB connection with retry logic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seed.js                 — Database seeder script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models/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User.js               — User schema (name, skills)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Opportunity.js        — Opportunity schema (skills, type)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routes/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match.js              — POST /api/match endpoint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opportunities.js      — GET/POST opportunity endpoints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users.js              — User CRUD endpoints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utils/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matchingAlgorithm.js  — Core matching logic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externalApiService.js — Multi-source job fetcher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mockData.js           — Fallback mock data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0A0F1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94690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SkillMatch — Skill-Based Matchmaking Platform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77240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Key Features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88720"/>
            <a:ext cx="260604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1325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</a:rPr>
              <a:t>Skill Matching Engine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737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1F5F9"/>
                </a:solidFill>
              </a:rPr>
              <a:t>Compares user skills against opportunity requirements with percentage-based readiness scoring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188720"/>
            <a:ext cx="260604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94760" y="1325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Visual Skill Breakdown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1737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1F5F9"/>
                </a:solidFill>
              </a:rPr>
              <a:t>Color-coded chips show matched required skills (green), missing skills (red), and bonus skills (blue)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188720"/>
            <a:ext cx="260604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29400" y="1325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</a:rPr>
              <a:t>Multi-Source Aggregation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1737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1F5F9"/>
                </a:solidFill>
              </a:rPr>
              <a:t>Fetches opportunities from Internshala, GitHub, Devpost, and LinkedIn with fallback to mock data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8036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2880360"/>
            <a:ext cx="260604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017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60120" y="30175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</a:rPr>
              <a:t>User Profile Saving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" y="34290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1F5F9"/>
                </a:solidFill>
              </a:rPr>
              <a:t>Users can save their name and skills to MongoDB for future matching sessions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88036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91840" y="2880360"/>
            <a:ext cx="260604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7" name="Text 25"/>
          <p:cNvSpPr/>
          <p:nvPr/>
        </p:nvSpPr>
        <p:spPr>
          <a:xfrm>
            <a:off x="3429000" y="3017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794760" y="30175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</a:rPr>
              <a:t>Production Security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34290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1F5F9"/>
                </a:solidFill>
              </a:rPr>
              <a:t>Helmet headers, rate limiting (100 req/15min), CORS restrictions, input validation, JSON size limits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880360"/>
            <a:ext cx="2606040" cy="150876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2880360"/>
            <a:ext cx="2606040" cy="4572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3017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629400" y="30175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C4899"/>
                </a:solidFill>
              </a:rPr>
              <a:t>Serverless Ready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63640" y="34290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1F5F9"/>
                </a:solidFill>
              </a:rPr>
              <a:t>Configured for Vercel deployment with serverless Node.js functions and static build for the frontend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0A0F1C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94690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SkillMatch — Skill-Based Matchmaking Platform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77240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Database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2011680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114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0700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Users Collection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3749040" cy="13716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4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name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String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required, trim, max 100 chars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skills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[String]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trim, lowercase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createdAt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Date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auto (timestamps)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updatedAt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Date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auto (timestamps)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754880" y="118872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4880" y="1188720"/>
            <a:ext cx="3931920" cy="411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8"/>
          <p:cNvSpPr/>
          <p:nvPr/>
        </p:nvSpPr>
        <p:spPr>
          <a:xfrm>
            <a:off x="4937760" y="120700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Opportunities Collection</a:t>
            </a:r>
            <a:endParaRPr lang="en-US" sz="14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691640"/>
          <a:ext cx="3749040" cy="2834640"/>
        </p:xfrm>
        <a:graphic>
          <a:graphicData uri="http://schemas.openxmlformats.org/drawingml/2006/table">
            <a:tbl>
              <a:tblPr/>
              <a:tblGrid>
                <a:gridCol w="1097280"/>
                <a:gridCol w="73152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04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title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String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required, trim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String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required, trim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type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String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enum: internship | hackathon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requiredSkills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[String]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trim, lowercase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optionalSkills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[String]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trim, lowercase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applyUrl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String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default: "#"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source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String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enum: internshala | github | devpost | linkedin | manual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String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default: ""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createdAt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Date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auto (timestamps)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38328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474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Data Flow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0080" y="37490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MongoDB Atlas (cloud) with Mongoose ODM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Connection pooling (max 10) with retry logic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Seed script populates 5 sample opportunities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Fallback to mock data when DB is unavailable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0A0F1C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94690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SkillMatch — Skill-Based Matchmaking Platform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777240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API Endpoints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27432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017520"/>
                <a:gridCol w="19202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Endpoint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Body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0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POST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/api/match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</a:rPr>
                        <a:t>Match skills against all opportunities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4A3B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skills: [...] 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B82F6"/>
                          </a:solidFill>
                        </a:rPr>
                        <a:t>GET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/api/opportunities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</a:rPr>
                        <a:t>Get all opportunities (auto-fetches if empty)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B82F6"/>
                          </a:solidFill>
                        </a:rPr>
                        <a:t>GET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/api/opportunities/:id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</a:rPr>
                        <a:t>Get single opportunity by ID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POST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/api/opportunities/refresh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</a:rPr>
                        <a:t>Refresh data from external APIs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POST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/api/users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</a:rPr>
                        <a:t>Create a new user profile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4A3B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name, skills 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B82F6"/>
                          </a:solidFill>
                        </a:rPr>
                        <a:t>GET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/api/users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</a:rPr>
                        <a:t>Get all users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B82F6"/>
                          </a:solidFill>
                        </a:rPr>
                        <a:t>GET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/api/health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</a:rPr>
                        <a:t>Health check endpoint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0332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749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</a:rPr>
              <a:t>Match Response Format: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success: true, count: N, data: [{ ...opportunity, matchData: { matchedRequired: [...], matchedOptional: [...], missingSkills: [...], readinessScore: 75 } }] }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0A0F1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94690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SkillMatch — Skill-Based Matchmaking Platform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77240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Matching Algorithm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1508760" cy="182880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123444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</a:rPr>
              <a:t>Normalize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1F5F9"/>
                </a:solidFill>
              </a:rPr>
              <a:t>Convert all skills to lowercase, trim whitespace, filter empty strings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92024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148840" y="1097280"/>
            <a:ext cx="1508760" cy="182880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51760" y="1234440"/>
            <a:ext cx="411480" cy="4114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2651760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40280" y="173736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Compare Required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40280" y="205740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1F5F9"/>
                </a:solidFill>
              </a:rPr>
              <a:t>Find intersection between user skills and required skills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1188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840480" y="1097280"/>
            <a:ext cx="1508760" cy="182880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3400" y="123444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931920" y="173736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B8A6"/>
                </a:solidFill>
              </a:rPr>
              <a:t>Compare Optional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931920" y="205740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1F5F9"/>
                </a:solidFill>
              </a:rPr>
              <a:t>Find intersection between user skills and optional skills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0352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532120" y="1097280"/>
            <a:ext cx="1508760" cy="182880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5040" y="1234440"/>
            <a:ext cx="411480" cy="4114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0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623560" y="173736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Find Missing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23560" y="205740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1F5F9"/>
                </a:solidFill>
              </a:rPr>
              <a:t>Identify required skills the user does not have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99516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223760" y="1097280"/>
            <a:ext cx="1508760" cy="182880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6680" y="1234440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7726680" y="1234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315200" y="173736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</a:rPr>
              <a:t>Score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0" y="2057400"/>
            <a:ext cx="1325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1F5F9"/>
                </a:solidFill>
              </a:rPr>
              <a:t>readinessScore = (matchedRequired / totalRequired) x 100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3200400"/>
            <a:ext cx="8229600" cy="1508760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3291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</a:rPr>
              <a:t>Example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4008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Skills:  react, javascript, css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    react, javascript, typescript, css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0080" y="4069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Optional:     redux, sass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54880" y="3611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</a:rPr>
              <a:t>Matched Required: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83680" y="3611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</a:rPr>
              <a:t>react, javascript, css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754880" y="38404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Missing Skills: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0" y="38404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</a:rPr>
              <a:t>typescript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754880" y="4069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</a:rPr>
              <a:t>Readiness Score: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583680" y="4069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</a:rPr>
              <a:t>75%  (3/4 required)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754880" y="4389120"/>
            <a:ext cx="182880" cy="18288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46" name="Text 44"/>
          <p:cNvSpPr/>
          <p:nvPr/>
        </p:nvSpPr>
        <p:spPr>
          <a:xfrm>
            <a:off x="4983480" y="437083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</a:rPr>
              <a:t>70%+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77840" y="4389120"/>
            <a:ext cx="182880" cy="182880"/>
          </a:xfrm>
          <a:prstGeom prst="ellipse">
            <a:avLst/>
          </a:prstGeom>
          <a:solidFill>
            <a:srgbClr val="EAB308"/>
          </a:solidFill>
          <a:ln/>
        </p:spPr>
      </p:sp>
      <p:sp>
        <p:nvSpPr>
          <p:cNvPr id="48" name="Text 46"/>
          <p:cNvSpPr/>
          <p:nvPr/>
        </p:nvSpPr>
        <p:spPr>
          <a:xfrm>
            <a:off x="5806440" y="437083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</a:rPr>
              <a:t>40-70%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92240" y="4389120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0" name="Text 48"/>
          <p:cNvSpPr/>
          <p:nvPr/>
        </p:nvSpPr>
        <p:spPr>
          <a:xfrm>
            <a:off x="6720840" y="437083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</a:rPr>
              <a:t>&lt;40%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0A0F1C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94690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SkillMatch — Skill-Based Matchmaking Platform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77240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Current Project Health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1E293B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0700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What's Working Well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Clean separation: client / server architecture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Robust Mongoose schemas with validation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Security: Helmet, rate limiting, CORS, JSON limit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Matching algorithm is clean and well-documented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Graceful fallback to mock data if DB is down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MongoDB connection retry logic (5 retries)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Vercel deployment configuration ready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Vite dev proxy for CORS-free development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Good JSDoc comments throughout codebase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1E293B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114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0700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Needs Improvement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No authentication or authorization system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External API service uses mostly mock/hardcoded data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No unit tests or integration tests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No input sanitization (XSS protection)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No pagination on GET routes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Missing error boundary in React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No loading skeleton or empty state animations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No environment-specific config management</a:t>
            </a:r>
            <a:endParaRPr lang="en-US" sz="1000" dirty="0"/>
          </a:p>
          <a:p>
            <a:pPr>
              <a:spcBef>
                <a:spcPts val="400"/>
              </a:spcBef>
            </a:pPr>
            <a:r>
              <a:rPr lang="en-US" sz="1000" dirty="0">
                <a:solidFill>
                  <a:srgbClr val="F1F5F9"/>
                </a:solidFill>
              </a:rPr>
              <a:t>No API documentation (Swagger/OpenAPI)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0A0F1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94690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SkillMatch — Skill-Based Matchmaking Platform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77240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Future Improvements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291840"/>
        </p:xfrm>
        <a:graphic>
          <a:graphicData uri="http://schemas.openxmlformats.org/drawingml/2006/table">
            <a:tbl>
              <a:tblPr/>
              <a:tblGrid>
                <a:gridCol w="822960"/>
                <a:gridCol w="1920240"/>
                <a:gridCol w="54864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0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0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User Authentication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JWT-based login/register with bcrypt password hashing and protected routes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Real API Integration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Replace mock data with actual Internshala, LinkedIn, and Devpost API scrapers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Testing Suite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Add Jest unit tests, Supertest API tests, and React Testing Library component tests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B308"/>
                          </a:solidFill>
                        </a:rPr>
                        <a:t>MED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Advanced Matching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Weighted scoring for optional skills, skill category grouping, experience level matching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B308"/>
                          </a:solidFill>
                        </a:rPr>
                        <a:t>MED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User Dashboard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Profile page, saved matches history, skill recommendations, application tracking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B308"/>
                          </a:solidFill>
                        </a:rPr>
                        <a:t>MED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Notifications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Email alerts for new matching opportunities, weekly skill-match digest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LOW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Admin Panel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Manage opportunities, view analytics, moderate user submissions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LOW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Mobile App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</a:rPr>
                        <a:t>React Native mobile app with push notifications for new matches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286000" y="4434840"/>
            <a:ext cx="4572000" cy="411480"/>
          </a:xfrm>
          <a:prstGeom prst="roundRect">
            <a:avLst>
              <a:gd name="adj" fmla="val 33333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286000" y="4434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</a:rPr>
              <a:t>Thank you!  •  Questions?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0A0F1C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494690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SkillMatch — Skill-Based Matchmaking Platform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777240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SkillMatch - Project Presentation</dc:title>
  <dc:subject>PptxGenJS Presentation</dc:subject>
  <dc:creator>Rishi</dc:creator>
  <cp:lastModifiedBy>Rishi</cp:lastModifiedBy>
  <cp:revision>1</cp:revision>
  <dcterms:created xsi:type="dcterms:W3CDTF">2026-04-07T18:50:41Z</dcterms:created>
  <dcterms:modified xsi:type="dcterms:W3CDTF">2026-04-07T18:50:41Z</dcterms:modified>
</cp:coreProperties>
</file>