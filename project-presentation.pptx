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named_17769516670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1776951472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17769514738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17769514818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17769514834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17769514847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1776951503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17769515046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17769515079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